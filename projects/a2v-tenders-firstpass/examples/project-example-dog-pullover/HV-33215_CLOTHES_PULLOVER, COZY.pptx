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3480629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B5EDAB-7ACD-4436-A8B6-B7B0042322A7}" v="4" dt="2026-02-18T11:17:52.575"/>
    <p1510:client id="{77DD0EC9-2F56-4167-A1CA-48BBE975BD27}" v="3" dt="2026-02-18T07:43:53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ob Sawadsky" userId="8f724125-1883-45bf-aede-ae3f22879572" providerId="ADAL" clId="{4DBEBB79-D066-4438-95D7-0B4B863090C4}"/>
    <pc:docChg chg="custSel modSld">
      <pc:chgData name="Jakob Sawadsky" userId="8f724125-1883-45bf-aede-ae3f22879572" providerId="ADAL" clId="{4DBEBB79-D066-4438-95D7-0B4B863090C4}" dt="2026-02-18T11:26:06.837" v="14" actId="1076"/>
      <pc:docMkLst>
        <pc:docMk/>
      </pc:docMkLst>
      <pc:sldChg chg="addSp delSp modSp mod">
        <pc:chgData name="Jakob Sawadsky" userId="8f724125-1883-45bf-aede-ae3f22879572" providerId="ADAL" clId="{4DBEBB79-D066-4438-95D7-0B4B863090C4}" dt="2026-02-18T11:26:06.837" v="14" actId="1076"/>
        <pc:sldMkLst>
          <pc:docMk/>
          <pc:sldMk cId="1282832216" sldId="2134806297"/>
        </pc:sldMkLst>
        <pc:graphicFrameChg chg="mod modGraphic">
          <ac:chgData name="Jakob Sawadsky" userId="8f724125-1883-45bf-aede-ae3f22879572" providerId="ADAL" clId="{4DBEBB79-D066-4438-95D7-0B4B863090C4}" dt="2026-02-18T11:17:52.575" v="8"/>
          <ac:graphicFrameMkLst>
            <pc:docMk/>
            <pc:sldMk cId="1282832216" sldId="2134806297"/>
            <ac:graphicFrameMk id="2" creationId="{E004499B-CA95-171C-A701-26EADCCF01AC}"/>
          </ac:graphicFrameMkLst>
        </pc:graphicFrameChg>
        <pc:picChg chg="add mod">
          <ac:chgData name="Jakob Sawadsky" userId="8f724125-1883-45bf-aede-ae3f22879572" providerId="ADAL" clId="{4DBEBB79-D066-4438-95D7-0B4B863090C4}" dt="2026-02-18T11:25:46.572" v="12" actId="1076"/>
          <ac:picMkLst>
            <pc:docMk/>
            <pc:sldMk cId="1282832216" sldId="2134806297"/>
            <ac:picMk id="4" creationId="{ACC9652C-8CD5-4AC3-F0B1-5328BF1B2A8B}"/>
          </ac:picMkLst>
        </pc:picChg>
        <pc:picChg chg="add mod">
          <ac:chgData name="Jakob Sawadsky" userId="8f724125-1883-45bf-aede-ae3f22879572" providerId="ADAL" clId="{4DBEBB79-D066-4438-95D7-0B4B863090C4}" dt="2026-02-18T11:26:06.837" v="14" actId="1076"/>
          <ac:picMkLst>
            <pc:docMk/>
            <pc:sldMk cId="1282832216" sldId="2134806297"/>
            <ac:picMk id="6" creationId="{1B947F42-01C0-9D71-7FA4-5F900013E42F}"/>
          </ac:picMkLst>
        </pc:picChg>
        <pc:picChg chg="del">
          <ac:chgData name="Jakob Sawadsky" userId="8f724125-1883-45bf-aede-ae3f22879572" providerId="ADAL" clId="{4DBEBB79-D066-4438-95D7-0B4B863090C4}" dt="2026-02-18T10:37:13.356" v="0" actId="478"/>
          <ac:picMkLst>
            <pc:docMk/>
            <pc:sldMk cId="1282832216" sldId="2134806297"/>
            <ac:picMk id="6" creationId="{7A8C3876-A50A-4E5A-8CE8-6386B9FAE94C}"/>
          </ac:picMkLst>
        </pc:picChg>
        <pc:picChg chg="del">
          <ac:chgData name="Jakob Sawadsky" userId="8f724125-1883-45bf-aede-ae3f22879572" providerId="ADAL" clId="{4DBEBB79-D066-4438-95D7-0B4B863090C4}" dt="2026-02-18T10:37:15.256" v="1" actId="478"/>
          <ac:picMkLst>
            <pc:docMk/>
            <pc:sldMk cId="1282832216" sldId="2134806297"/>
            <ac:picMk id="8" creationId="{27C31A22-4A32-6AEB-2531-9990A0042B1C}"/>
          </ac:picMkLst>
        </pc:picChg>
      </pc:sldChg>
    </pc:docChg>
  </pc:docChgLst>
  <pc:docChgLst>
    <pc:chgData name="Tobias Bobrowski" userId="18dd3a37-f3e1-4555-9fdd-a94c7081230f" providerId="ADAL" clId="{38E59ECC-DEC5-411C-BDF8-D55963114BBB}"/>
    <pc:docChg chg="custSel modSld">
      <pc:chgData name="Tobias Bobrowski" userId="18dd3a37-f3e1-4555-9fdd-a94c7081230f" providerId="ADAL" clId="{38E59ECC-DEC5-411C-BDF8-D55963114BBB}" dt="2026-02-18T07:44:14.394" v="10" actId="1076"/>
      <pc:docMkLst>
        <pc:docMk/>
      </pc:docMkLst>
      <pc:sldChg chg="addSp delSp modSp mod">
        <pc:chgData name="Tobias Bobrowski" userId="18dd3a37-f3e1-4555-9fdd-a94c7081230f" providerId="ADAL" clId="{38E59ECC-DEC5-411C-BDF8-D55963114BBB}" dt="2026-02-18T07:44:14.394" v="10" actId="1076"/>
        <pc:sldMkLst>
          <pc:docMk/>
          <pc:sldMk cId="1282832216" sldId="2134806297"/>
        </pc:sldMkLst>
        <pc:graphicFrameChg chg="mod modGraphic">
          <ac:chgData name="Tobias Bobrowski" userId="18dd3a37-f3e1-4555-9fdd-a94c7081230f" providerId="ADAL" clId="{38E59ECC-DEC5-411C-BDF8-D55963114BBB}" dt="2026-02-18T07:43:43.926" v="2" actId="20577"/>
          <ac:graphicFrameMkLst>
            <pc:docMk/>
            <pc:sldMk cId="1282832216" sldId="2134806297"/>
            <ac:graphicFrameMk id="2" creationId="{E004499B-CA95-171C-A701-26EADCCF01AC}"/>
          </ac:graphicFrameMkLst>
        </pc:graphicFrameChg>
        <pc:picChg chg="del">
          <ac:chgData name="Tobias Bobrowski" userId="18dd3a37-f3e1-4555-9fdd-a94c7081230f" providerId="ADAL" clId="{38E59ECC-DEC5-411C-BDF8-D55963114BBB}" dt="2026-02-18T07:43:46.547" v="3" actId="478"/>
          <ac:picMkLst>
            <pc:docMk/>
            <pc:sldMk cId="1282832216" sldId="2134806297"/>
            <ac:picMk id="3" creationId="{C161C5D6-8EA6-4721-B4FC-CDFDEADD3AAF}"/>
          </ac:picMkLst>
        </pc:picChg>
        <pc:picChg chg="del">
          <ac:chgData name="Tobias Bobrowski" userId="18dd3a37-f3e1-4555-9fdd-a94c7081230f" providerId="ADAL" clId="{38E59ECC-DEC5-411C-BDF8-D55963114BBB}" dt="2026-02-18T07:43:47.075" v="4" actId="478"/>
          <ac:picMkLst>
            <pc:docMk/>
            <pc:sldMk cId="1282832216" sldId="2134806297"/>
            <ac:picMk id="5" creationId="{89ECBA98-11E4-E035-6E54-7A6685EF70D1}"/>
          </ac:picMkLst>
        </pc:picChg>
        <pc:picChg chg="add mod">
          <ac:chgData name="Tobias Bobrowski" userId="18dd3a37-f3e1-4555-9fdd-a94c7081230f" providerId="ADAL" clId="{38E59ECC-DEC5-411C-BDF8-D55963114BBB}" dt="2026-02-18T07:43:56.499" v="8" actId="1076"/>
          <ac:picMkLst>
            <pc:docMk/>
            <pc:sldMk cId="1282832216" sldId="2134806297"/>
            <ac:picMk id="6" creationId="{7A8C3876-A50A-4E5A-8CE8-6386B9FAE94C}"/>
          </ac:picMkLst>
        </pc:picChg>
        <pc:picChg chg="add mod">
          <ac:chgData name="Tobias Bobrowski" userId="18dd3a37-f3e1-4555-9fdd-a94c7081230f" providerId="ADAL" clId="{38E59ECC-DEC5-411C-BDF8-D55963114BBB}" dt="2026-02-18T07:44:14.394" v="10" actId="1076"/>
          <ac:picMkLst>
            <pc:docMk/>
            <pc:sldMk cId="1282832216" sldId="2134806297"/>
            <ac:picMk id="8" creationId="{27C31A22-4A32-6AEB-2531-9990A0042B1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675E2-22CC-4512-8E71-71494480D56F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62366A-6F6C-48B9-AD20-CCC7EF4EBC8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3492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3411F-262C-41C0-9E03-10F306D45D6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7523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585AFC-06C9-E7B5-CA64-71B4283E5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B12CE30-1CD7-67ED-A8F2-BB79E95D9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63C588-1C79-D02A-3853-BC0136B3C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B074-50C2-4B0E-9CB8-A632132FADF8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E39275-35AC-CDC0-CBD0-FD07D6E70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1DB1CA-CC61-EA2E-3C11-CD975F34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91A1-037B-4A98-AE18-AD3EB1ADE5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38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DFFD09-85B4-E283-F4C5-CF68FF282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D3347F-6E84-EC4D-7F77-2DB79B631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51E798-5AB9-2461-C3C5-7B569391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B074-50C2-4B0E-9CB8-A632132FADF8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48B410-90BF-6A71-DB08-FA8367868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0A56C6-F8EA-F63F-F466-26104208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91A1-037B-4A98-AE18-AD3EB1ADE5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8795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8BF924-08A8-9F05-1CBC-DB4848929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36E448-C84A-69BA-7645-6842BFB10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77CCBB-EE4E-BE79-373A-E8C4D09FC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B074-50C2-4B0E-9CB8-A632132FADF8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65FF6E-31A9-66DC-7575-8EA83520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63D04C-09FE-98F2-80A6-FC8E4AD9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91A1-037B-4A98-AE18-AD3EB1ADE5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8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E5154-6E9C-CFBC-F943-356353764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1E6F62-03A9-8A51-A8BE-ECDBF41FB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A5BEBE-6B05-F4CA-C550-9345C523A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206187-E32E-4CF4-42A1-6A32F0D7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B074-50C2-4B0E-9CB8-A632132FADF8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712BE7-35CE-99C5-4B00-A7C09DA6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3779068-FAE3-63D5-1147-DED5BFDAC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91A1-037B-4A98-AE18-AD3EB1ADE5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4485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444229-F77E-D67F-89B3-D4A4B628B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3CAAB3-2A6F-B8C6-8609-C70D57D11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9F4D5B9-FF02-4259-9172-176AA3F07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B826593-4619-060C-3B70-E2893F9E6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681BCF3-0258-2122-F582-EFF42A2F9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DE94A02-FC9A-304B-D14A-3BDF0091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B074-50C2-4B0E-9CB8-A632132FADF8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1DDCA38-07BF-525D-C39E-122EB410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5E19162-AE47-D267-0944-988C2F14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91A1-037B-4A98-AE18-AD3EB1ADE5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036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1AB280-F71C-FC04-4694-B6154A4E5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45FE125-C94B-AB8A-C7CB-C529D4C55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B074-50C2-4B0E-9CB8-A632132FADF8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287EBAD-1FA1-DECE-405A-6B50FEDCA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D87296-B429-DD37-6343-7AA022CDA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91A1-037B-4A98-AE18-AD3EB1ADE5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79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E0E0A7F-A8B6-5DAB-439C-0C274ED1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B074-50C2-4B0E-9CB8-A632132FADF8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E8000C2-DA7D-0712-805E-E53BB65D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D0C719-EC74-EF25-0BBC-52D8DE34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91A1-037B-4A98-AE18-AD3EB1ADE5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5793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0C58D6-E750-2B65-92FF-ABC38BE0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3AA167-9397-BA00-890C-605CB55D4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0F7BDB-99A0-1698-F25B-6593136B3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BE3EAE-8CC8-7AD1-488D-60BEF12C8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B074-50C2-4B0E-9CB8-A632132FADF8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E78ECA-E4BF-6957-C511-8D3309C4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E515658-A7FF-8178-199C-7EE66C3A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91A1-037B-4A98-AE18-AD3EB1ADE5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9857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4382A7-270C-E475-21C3-7DBE4832C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BA2F3B8-C90F-6E55-20CC-A2DA206294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B2D27D3-0D75-3143-C114-9971583E0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071779-576A-54D9-D0AF-1C4ED7D6A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B074-50C2-4B0E-9CB8-A632132FADF8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9639F27-25E8-8A30-4CF7-383D7A6D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A048EB9-718E-DB89-8186-C7B16CA17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91A1-037B-4A98-AE18-AD3EB1ADE5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4525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FC97B-E121-C087-2D5B-A3D5D581C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10E91B3-A656-9786-DD72-7BEE88A73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3B8114-5972-F1C7-D5C5-6CA0721E7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B074-50C2-4B0E-9CB8-A632132FADF8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294630-A6B0-B69B-D0F1-67F0A1F1D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D70AB6-52CB-2F66-8D83-28E69EA00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91A1-037B-4A98-AE18-AD3EB1ADE5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079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32D5E21-F4C6-A0A6-881A-A4F60FD328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004F311-343A-05D3-44C2-AC95E360D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990C72-3C2F-513C-8DA6-3D838B6C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EB074-50C2-4B0E-9CB8-A632132FADF8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1ABCCA-1603-350A-3D7C-589D2C9E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0E4A8B-46B1-103B-5EC4-EB42CFB82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F91A1-037B-4A98-AE18-AD3EB1ADE5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837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tion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34">
            <a:extLst>
              <a:ext uri="{FF2B5EF4-FFF2-40B4-BE49-F238E27FC236}">
                <a16:creationId xmlns:a16="http://schemas.microsoft.com/office/drawing/2014/main" id="{37D409DA-1B56-872D-8FF4-3377BF82C12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36876" y="962943"/>
            <a:ext cx="5891403" cy="3375025"/>
          </a:xfrm>
          <a:prstGeom prst="rect">
            <a:avLst/>
          </a:prstGeom>
        </p:spPr>
        <p:txBody>
          <a:bodyPr wrap="none"/>
          <a:lstStyle/>
          <a:p>
            <a:endParaRPr lang="de-DE"/>
          </a:p>
        </p:txBody>
      </p:sp>
      <p:sp>
        <p:nvSpPr>
          <p:cNvPr id="8" name="Bildplatzhalter 34">
            <a:extLst>
              <a:ext uri="{FF2B5EF4-FFF2-40B4-BE49-F238E27FC236}">
                <a16:creationId xmlns:a16="http://schemas.microsoft.com/office/drawing/2014/main" id="{E5479D84-4F2C-6982-E39F-6A08073806D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61924" y="962943"/>
            <a:ext cx="5891403" cy="3375025"/>
          </a:xfrm>
          <a:prstGeom prst="rect">
            <a:avLst/>
          </a:prstGeom>
        </p:spPr>
        <p:txBody>
          <a:bodyPr wrap="none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7597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9A5EF80-DC85-8C30-4927-24F0E200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C5BB71-ED48-97EB-F34C-7A5B8E96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F5335F-7C21-D0F6-C210-5E1C19491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0EB074-50C2-4B0E-9CB8-A632132FADF8}" type="datetimeFigureOut">
              <a:rPr lang="de-DE" smtClean="0"/>
              <a:t>18.02.2026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087D95-9685-C80F-EDAA-0C394A6F9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A1DF77-FCD9-4661-06C8-13DE669DA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F91A1-037B-4A98-AE18-AD3EB1ADE5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3471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004499B-CA95-171C-A701-26EADCCF01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426655"/>
              </p:ext>
            </p:extLst>
          </p:nvPr>
        </p:nvGraphicFramePr>
        <p:xfrm>
          <a:off x="168066" y="154006"/>
          <a:ext cx="11850716" cy="650558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925358">
                  <a:extLst>
                    <a:ext uri="{9D8B030D-6E8A-4147-A177-3AD203B41FA5}">
                      <a16:colId xmlns:a16="http://schemas.microsoft.com/office/drawing/2014/main" val="1650985957"/>
                    </a:ext>
                  </a:extLst>
                </a:gridCol>
                <a:gridCol w="5925358">
                  <a:extLst>
                    <a:ext uri="{9D8B030D-6E8A-4147-A177-3AD203B41FA5}">
                      <a16:colId xmlns:a16="http://schemas.microsoft.com/office/drawing/2014/main" val="382840465"/>
                    </a:ext>
                  </a:extLst>
                </a:gridCol>
              </a:tblGrid>
              <a:tr h="748760">
                <a:tc gridSpan="2">
                  <a:txBody>
                    <a:bodyPr/>
                    <a:lstStyle/>
                    <a:p>
                      <a:r>
                        <a:rPr lang="en-US" sz="1200" b="1" cap="all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HV-33215_CLOTHES_PULLOVER, COZY</a:t>
                      </a:r>
                    </a:p>
                    <a:p>
                      <a:endParaRPr lang="en-US" sz="1200" b="1" cap="all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225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100" b="1" dirty="0">
                          <a:solidFill>
                            <a:schemeClr val="tx1"/>
                          </a:solidFill>
                          <a:latin typeface="ALDI SUED Office" panose="02000506040000020004" pitchFamily="2" charset="0"/>
                        </a:rPr>
                        <a:t>SPECIFICATIONS: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b="1" cap="all" baseline="0" dirty="0" err="1">
                          <a:solidFill>
                            <a:schemeClr val="tx1"/>
                          </a:solidFill>
                          <a:latin typeface="ALDI SUED Office" panose="02000506040000020004" pitchFamily="2" charset="0"/>
                        </a:rPr>
                        <a:t>VariantS</a:t>
                      </a:r>
                      <a:r>
                        <a:rPr lang="de-DE" sz="1100" b="1" cap="all" baseline="0" dirty="0">
                          <a:solidFill>
                            <a:schemeClr val="tx1"/>
                          </a:solidFill>
                          <a:latin typeface="ALDI SUED Office" panose="02000506040000020004" pitchFamily="2" charset="0"/>
                        </a:rPr>
                        <a:t> (</a:t>
                      </a:r>
                      <a:r>
                        <a:rPr lang="de-DE" sz="1100" b="1" cap="all" baseline="0" dirty="0" err="1">
                          <a:solidFill>
                            <a:schemeClr val="tx1"/>
                          </a:solidFill>
                          <a:latin typeface="ALDI SUED Office" panose="02000506040000020004" pitchFamily="2" charset="0"/>
                        </a:rPr>
                        <a:t>pictures</a:t>
                      </a:r>
                      <a:r>
                        <a:rPr lang="de-DE" sz="1100" b="1" cap="all" baseline="0" dirty="0">
                          <a:solidFill>
                            <a:schemeClr val="tx1"/>
                          </a:solidFill>
                          <a:latin typeface="ALDI SUED Office" panose="02000506040000020004" pitchFamily="2" charset="0"/>
                        </a:rPr>
                        <a:t>):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16962945"/>
                  </a:ext>
                </a:extLst>
              </a:tr>
              <a:tr h="5497746">
                <a:tc>
                  <a:txBody>
                    <a:bodyPr/>
                    <a:lstStyle/>
                    <a:p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Variants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Pullover 30cm, beige</a:t>
                      </a:r>
                    </a:p>
                    <a:p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Pullover 40cm, beige</a:t>
                      </a:r>
                    </a:p>
                    <a:p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Pullover 50cm, beige</a:t>
                      </a:r>
                    </a:p>
                    <a:p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Pullover 60cm, beige</a:t>
                      </a:r>
                    </a:p>
                    <a:p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Pullover 30cm,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green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Pullover 40cm,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green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Pullover 50cm,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green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Pullover 60cm,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green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de-DE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de-DE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de-DE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de-DE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Cuddly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soft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dog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pullover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classic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cable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knit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pattern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de-DE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Mashine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washable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30ºC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degrees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de-DE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Dimension:</a:t>
                      </a:r>
                    </a:p>
                    <a:p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Pullover: 30cm (50g), 40cm (80g), 50cm (110g), 60cm (140g)</a:t>
                      </a:r>
                    </a:p>
                    <a:p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</a:p>
                    <a:p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Material: With warm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acrylic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knit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fabric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acrylic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	</a:t>
                      </a:r>
                    </a:p>
                    <a:p>
                      <a:endParaRPr lang="de-DE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sales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packaging</a:t>
                      </a:r>
                      <a:r>
                        <a:rPr lang="de-DE" sz="9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	</a:t>
                      </a:r>
                      <a:r>
                        <a:rPr lang="de-DE" sz="9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hangtag</a:t>
                      </a:r>
                      <a:endParaRPr lang="de-DE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100" b="1" dirty="0">
                        <a:solidFill>
                          <a:schemeClr val="tx1"/>
                        </a:solidFill>
                        <a:latin typeface="ALDI SUED Office" panose="0200050604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770899"/>
                  </a:ext>
                </a:extLst>
              </a:tr>
            </a:tbl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ACC9652C-8CD5-4AC3-F0B1-5328BF1B2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747" y="1329517"/>
            <a:ext cx="4552146" cy="261311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B947F42-01C0-9D71-7FA4-5F900013E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291" y="4285542"/>
            <a:ext cx="3639058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832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0e027ba-6deb-4b26-b5ee-b44b31001997">
      <Terms xmlns="http://schemas.microsoft.com/office/infopath/2007/PartnerControls"/>
    </lcf76f155ced4ddcb4097134ff3c332f>
    <TaxCatchAll xmlns="4c65ac30-656d-40a7-a14a-ba8f286ee04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8547CBC3712F4EAF7C8C44BB81E69B" ma:contentTypeVersion="16" ma:contentTypeDescription="Create a new document." ma:contentTypeScope="" ma:versionID="925ed27226632b1f118a8b0e3cea5ba6">
  <xsd:schema xmlns:xsd="http://www.w3.org/2001/XMLSchema" xmlns:xs="http://www.w3.org/2001/XMLSchema" xmlns:p="http://schemas.microsoft.com/office/2006/metadata/properties" xmlns:ns2="20e027ba-6deb-4b26-b5ee-b44b31001997" xmlns:ns3="4c65ac30-656d-40a7-a14a-ba8f286ee042" targetNamespace="http://schemas.microsoft.com/office/2006/metadata/properties" ma:root="true" ma:fieldsID="707ab6efbd314a4cc9aa0878c2ff070e" ns2:_="" ns3:_="">
    <xsd:import namespace="20e027ba-6deb-4b26-b5ee-b44b31001997"/>
    <xsd:import namespace="4c65ac30-656d-40a7-a14a-ba8f286ee0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e027ba-6deb-4b26-b5ee-b44b310019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4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5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da3bdea-8a8b-4481-9c47-1f7e9e6071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65ac30-656d-40a7-a14a-ba8f286ee04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f99ff78-8eb8-488f-80d2-66c65a6e487c}" ma:internalName="TaxCatchAll" ma:showField="CatchAllData" ma:web="4c65ac30-656d-40a7-a14a-ba8f286ee0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0BE788-45A0-4D32-A045-23FE8B1B2F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09BE21-9FB2-4800-AC30-4B04CEC78A31}">
  <ds:schemaRefs>
    <ds:schemaRef ds:uri="http://www.w3.org/XML/1998/namespace"/>
    <ds:schemaRef ds:uri="a7a592b2-73bc-4612-8501-f9a814924ae4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terms/"/>
    <ds:schemaRef ds:uri="06cc90da-b964-48ff-bb93-582b645887c6"/>
    <ds:schemaRef ds:uri="http://schemas.microsoft.com/office/2006/metadata/properties"/>
    <ds:schemaRef ds:uri="20e027ba-6deb-4b26-b5ee-b44b31001997"/>
    <ds:schemaRef ds:uri="4c65ac30-656d-40a7-a14a-ba8f286ee042"/>
  </ds:schemaRefs>
</ds:datastoreItem>
</file>

<file path=customXml/itemProps3.xml><?xml version="1.0" encoding="utf-8"?>
<ds:datastoreItem xmlns:ds="http://schemas.openxmlformats.org/officeDocument/2006/customXml" ds:itemID="{E508D401-FB97-4E53-92EB-C39FE3A8BFF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Breitbild</PresentationFormat>
  <Paragraphs>28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ALDI SUED Office</vt:lpstr>
      <vt:lpstr>Aptos</vt:lpstr>
      <vt:lpstr>Aptos Display</vt:lpstr>
      <vt:lpstr>Arial</vt:lpstr>
      <vt:lpstr>Office</vt:lpstr>
      <vt:lpstr>PowerPoint-Präsentation</vt:lpstr>
    </vt:vector>
  </TitlesOfParts>
  <Company>ALDI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Vivien Suhr</dc:creator>
  <cp:lastModifiedBy>Jakob Sawadsky</cp:lastModifiedBy>
  <cp:revision>50</cp:revision>
  <dcterms:created xsi:type="dcterms:W3CDTF">2025-07-14T15:48:05Z</dcterms:created>
  <dcterms:modified xsi:type="dcterms:W3CDTF">2026-02-18T11:26:08Z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0x0101006C8547CBC3712F4EAF7C8C44BB81E69B</vt:lpwstr>
  </property>
</Properties>
</file>